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00" r:id="rId4"/>
    <p:sldId id="301" r:id="rId5"/>
    <p:sldId id="302" r:id="rId6"/>
    <p:sldId id="303" r:id="rId7"/>
    <p:sldId id="304" r:id="rId8"/>
    <p:sldId id="305" r:id="rId9"/>
    <p:sldId id="30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94660"/>
  </p:normalViewPr>
  <p:slideViewPr>
    <p:cSldViewPr>
      <p:cViewPr varScale="1">
        <p:scale>
          <a:sx n="81" d="100"/>
          <a:sy n="81" d="100"/>
        </p:scale>
        <p:origin x="461" y="62"/>
      </p:cViewPr>
      <p:guideLst>
        <p:guide orient="horz" pos="2160"/>
        <p:guide pos="3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altLang="pt-BR" dirty="0"/>
              <a:t>NodeJS</a:t>
            </a:r>
            <a:endParaRPr lang="pt-PT" alt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Ely Prado</a:t>
            </a:r>
            <a:endParaRPr lang="pt-BR" dirty="0"/>
          </a:p>
          <a:p>
            <a:r>
              <a:rPr lang="pt-BR"/>
              <a:t>Libertas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Instalar Driver MySQL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sz="6600"/>
              <a:t> npm i mysql2</a:t>
            </a:r>
            <a:endParaRPr lang="pt-BR" altLang="en-US" sz="6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AgendamentoController.js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pt-BR" altLang="en-US" sz="1600">
                <a:latin typeface="Courier New" panose="02070309020205020404" charset="0"/>
                <a:cs typeface="Courier New" panose="02070309020205020404" charset="0"/>
              </a:rPr>
              <a:t>async function connect(){</a:t>
            </a:r>
            <a:endParaRPr lang="pt-BR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1800">
                <a:latin typeface="Courier New" panose="02070309020205020404" charset="0"/>
                <a:cs typeface="Courier New" panose="02070309020205020404" charset="0"/>
              </a:rPr>
              <a:t>   if(global.connection &amp;&amp; global.connection.state !== 'disconnected')</a:t>
            </a:r>
            <a:endParaRPr lang="pt-BR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1800">
                <a:latin typeface="Courier New" panose="02070309020205020404" charset="0"/>
                <a:cs typeface="Courier New" panose="02070309020205020404" charset="0"/>
              </a:rPr>
              <a:t>       return global.connection;</a:t>
            </a:r>
            <a:endParaRPr lang="pt-BR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endParaRPr lang="pt-BR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1800">
                <a:latin typeface="Courier New" panose="02070309020205020404" charset="0"/>
                <a:cs typeface="Courier New" panose="02070309020205020404" charset="0"/>
              </a:rPr>
              <a:t>   const mysql = require("mysql2/promise");</a:t>
            </a:r>
            <a:endParaRPr lang="pt-BR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1800">
                <a:latin typeface="Courier New" panose="02070309020205020404" charset="0"/>
                <a:cs typeface="Courier New" panose="02070309020205020404" charset="0"/>
              </a:rPr>
              <a:t>   const connection = await mysql.createConnection({host:'remotemysql.com', user: '2EyRmeqEIM', password:'BX0FuGP29S', database: '2EyRmeqEIM'});</a:t>
            </a:r>
            <a:endParaRPr lang="pt-BR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1800">
                <a:latin typeface="Courier New" panose="02070309020205020404" charset="0"/>
                <a:cs typeface="Courier New" panose="02070309020205020404" charset="0"/>
              </a:rPr>
              <a:t>   console.log("Conectou no MySQL!");</a:t>
            </a:r>
            <a:endParaRPr lang="pt-BR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1800">
                <a:latin typeface="Courier New" panose="02070309020205020404" charset="0"/>
                <a:cs typeface="Courier New" panose="02070309020205020404" charset="0"/>
              </a:rPr>
              <a:t>   global.connection = connection;</a:t>
            </a:r>
            <a:endParaRPr lang="pt-BR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1800">
                <a:latin typeface="Courier New" panose="02070309020205020404" charset="0"/>
                <a:cs typeface="Courier New" panose="02070309020205020404" charset="0"/>
              </a:rPr>
              <a:t>   return connection;</a:t>
            </a:r>
            <a:endParaRPr lang="pt-BR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18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sz="18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-223520"/>
            <a:ext cx="10058400" cy="1081405"/>
          </a:xfrm>
        </p:spPr>
        <p:txBody>
          <a:bodyPr>
            <a:normAutofit/>
          </a:bodyPr>
          <a:p>
            <a:r>
              <a:rPr lang="pt-PT" altLang="pt-BR"/>
              <a:t>AgendamentoController.js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3665" y="775335"/>
            <a:ext cx="11910695" cy="6029325"/>
          </a:xfrm>
          <a:solidFill>
            <a:schemeClr val="bg1"/>
          </a:solidFill>
        </p:spPr>
        <p:txBody>
          <a:bodyPr>
            <a:normAutofit/>
          </a:bodyPr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exports.post = async (req, res) =&gt; {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   const conn = await connect();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   const sql = 'INSERT INTO agendamento(data, horario, nome_paciente, telefone_paciente, valor_consulta) VALUES (?,?,?,?,?)';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   const values = [req.body.data, req.body.horario, req.body.nome_paciente, req.body.telefone_paciente, req.body.valor_consulta];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   await conn.query(sql, values);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   res.status(201).send('ok!');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 };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AgendamentoController.js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exports.put = async (req, res, next) =&gt; {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let id = req.params.id;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const conn = await connect();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const sql = 'UPDATE agendamento SET data=?, horario=?, nome_paciente=?, telefone_paciente=?, valor_consulta=? WHERE idagendamento = ?;';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const values = [req.body.data, req.body.horario, req.body.nome_paciente, req.body.telefone_paciente, req.body.valor_consulta, id];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await conn.query(sql, values);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res.status(201).send('ok');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};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AgendamentoController.js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exports.delete = async (req, res, next) =&gt; {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let id = req.params.id;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const conn = await connect();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const sql = 'DELETE FROM agendamento WHERE idagendamento = ?;';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const values = [id];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await conn.query(sql, values);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res.status(200).send('ok');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};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AgendamentoController.js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exports.get = async (req, res, next) =&gt; {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const conn = await connect();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const [rows] = await conn.query('SELECT * FROM agendamento;');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res.status(200).send(rows);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};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AgendamentoController.js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exports.getById = async (req, res, next) =&gt; {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const conn = await connect();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const [rows] = await conn.query('SELECT * FROM agendamento WHERE idagendamento = ' + req.params.id);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if (rows.length &gt; 0) {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  res.status(200).send(rows[0]);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} else {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  res.status(404).send("ID não existe");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>
                <a:latin typeface="Courier New" panose="02070309020205020404" charset="0"/>
                <a:cs typeface="Courier New" panose="02070309020205020404" charset="0"/>
              </a:rPr>
              <a:t> };</a:t>
            </a:r>
            <a:endParaRPr lang="pt-BR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2190</Words>
  <Application>WPS Presentation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Trebuchet MS</vt:lpstr>
      <vt:lpstr>Courier New</vt:lpstr>
      <vt:lpstr>Calibri Light</vt:lpstr>
      <vt:lpstr>微软雅黑</vt:lpstr>
      <vt:lpstr>Arial Unicode MS</vt:lpstr>
      <vt:lpstr>Droid Sans Fallback</vt:lpstr>
      <vt:lpstr>MT Extra</vt:lpstr>
      <vt:lpstr>Times New Roman</vt:lpstr>
      <vt:lpstr>Retrospectiva</vt:lpstr>
      <vt:lpstr>NodeJS</vt:lpstr>
      <vt:lpstr>Instalar Driver MySQL</vt:lpstr>
      <vt:lpstr>AgendamentoController.js</vt:lpstr>
      <vt:lpstr>AgendamentoController.js</vt:lpstr>
      <vt:lpstr>AgendamentoController.js</vt:lpstr>
      <vt:lpstr>AgendamentoController.js</vt:lpstr>
      <vt:lpstr>AgendamentoController.js</vt:lpstr>
      <vt:lpstr>AgendamentoController.js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Mapeamento ORM</dc:title>
  <dc:creator>Alysson</dc:creator>
  <cp:lastModifiedBy>ely</cp:lastModifiedBy>
  <cp:revision>103</cp:revision>
  <dcterms:created xsi:type="dcterms:W3CDTF">2024-03-05T23:44:59Z</dcterms:created>
  <dcterms:modified xsi:type="dcterms:W3CDTF">2024-03-05T23:44:59Z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1046-11.1.0.8865</vt:lpwstr>
  </property>
  <property fmtid="{D5CDD505-2E9C-101B-9397-08002B2CF9AE}" pid="3" name="ICV">
    <vt:lpwstr>1B927ACA0A2142AB89C6C4E172D8BF3C</vt:lpwstr>
  </property>
</Properties>
</file>